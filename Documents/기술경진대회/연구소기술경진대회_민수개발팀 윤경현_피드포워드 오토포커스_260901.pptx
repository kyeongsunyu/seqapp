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Left Arrow 10"/>
          <p:cNvSpPr/>
          <p:nvPr/>
        </p:nvSpPr>
        <p:spPr>
          <a:xfrm>
            <a:off x="1234440" y="3931920"/>
            <a:ext cx="2788920" cy="310896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사각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93392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1122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86584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80944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9981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74136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68496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408736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361688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사각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956048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5074920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349240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자재 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