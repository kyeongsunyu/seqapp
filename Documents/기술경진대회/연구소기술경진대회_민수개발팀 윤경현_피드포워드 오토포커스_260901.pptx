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0.85–1.32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070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234440" y="3931920"/>
            <a:ext cx="2788920" cy="31089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사각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93392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1122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86584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80944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9981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374136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968496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408736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361688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사각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956048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5074920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349240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자재 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