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 ms = 1.85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Z축 이동 0.85 ms = 35 pulse · 구 설정 Vel 70,000 · Accel 200 M 사다리꼴 (t = v/a + d/v = 0.35 + 0.50) · 1.85 ms 를 보수적으로 2 ms 로 올려 잡았다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1783080"/>
            <a:ext cx="9646920" cy="512064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 — 고정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17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653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19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560320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4526280" y="29443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217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53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3547872"/>
            <a:ext cx="8458200" cy="237744"/>
          </a:xfrm>
          <a:prstGeom prst="rect">
            <a:avLst/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i="0">
                <a:solidFill>
                  <a:srgbClr val="4478A0"/>
                </a:solidFill>
                <a:latin typeface="맑은 고딕"/>
                <a:ea typeface="맑은 고딕"/>
              </a:rPr>
              <a:t>X축 캐리지 — 센서 · 카메라 · Z축이 한 몸으로 이동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1234440" y="3913632"/>
            <a:ext cx="2788920" cy="292608"/>
          </a:xfrm>
          <a:prstGeom prst="lef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X축 헤드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941063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80 mm/s 등속 이동 · 자재는 고정, 헤드가 센서 쪽으로 나아간다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70832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사측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75104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084832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50008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16936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266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291840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858768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396849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233672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사측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800600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491032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175504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</a:t>
            </a:r>
            <a:r>
              <a:rPr sz="2600" b="0" i="0">
                <a:solidFill>
                  <a:srgbClr val="002060"/>
                </a:solidFill>
                <a:latin typeface="맑은 고딕"/>
                <a:ea typeface="맑은 고딕"/>
              </a:rPr>
              <a:t>µ</a:t>
            </a:r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