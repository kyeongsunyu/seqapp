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1700784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0847" y="1938528"/>
            <a:ext cx="21945" cy="82296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4447" y="1938528"/>
            <a:ext cx="21945" cy="82296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Left Arrow 13"/>
          <p:cNvSpPr/>
          <p:nvPr/>
        </p:nvSpPr>
        <p:spPr>
          <a:xfrm>
            <a:off x="1234440" y="3931920"/>
            <a:ext cx="2788920" cy="310896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68496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연속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사측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사측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