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6" r:id="rId15"/>
    <p:sldId id="607" r:id="rId16"/>
    <p:sldId id="608" r:id="rId17"/>
    <p:sldId id="609" r:id="rId18"/>
    <p:sldId id="610" r:id="rId19"/>
    <p:sldId id="611" r:id="rId20"/>
    <p:sldId id="612" r:id="rId21"/>
    <p:sldId id="613" r:id="rId22"/>
    <p:sldId id="614" r:id="rId10"/>
    <p:sldId id="615" r:id="rId9"/>
    <p:sldId id="616" r:id="rId8"/>
    <p:sldId id="617" r:id="rId7"/>
    <p:sldId id="618" r:id="rId6"/>
    <p:sldId id="619" r:id="rId5"/>
    <p:sldId id="620" r:id="rId4"/>
    <p:sldId id="621" r:id="rId30"/>
    <p:sldId id="622" r:id="rId31"/>
    <p:sldId id="623" r:id="rId32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민수개발팀   윤경현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2026. 09. 01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3550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49834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33472"/>
            <a:ext cx="51663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603504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출처 — 「Feedforward Autofocus System 개발」 한국전광(주) 민수개발팀, 2026-07-02 · 정량 해석은 확정 조건에서 역산한 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1783080"/>
            <a:ext cx="9646920" cy="512064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17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53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560320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9443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217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53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3547872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1234440" y="3913632"/>
            <a:ext cx="2788920" cy="292608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4106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등속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70832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선행 측정계와 촬상계가 같은 높이를 본다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사측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75104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84832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50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16936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266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291840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58768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96849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233672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사측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800600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1032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175504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6" name="Chevron 5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7" name="Chevron 6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8" name="Chevron 7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9" name="Chevron 8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(정상 획득 이미지 3,200 × 600,000 px · 8-bit · 1.8 GB 에서 역산)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0.333 µm/라인   ·   라인 레이트 240 kHz   ·   1회 스캔 2.5 s   ·   초점 갱신 간격 120 라인(X축 40 µm)   ·   선행 구간 약 217,500 라인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9969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71008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운용 화면 — 설정값과 리포트 상수의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AutoFocusProject 실행 화면 · Position 0.1 µm = 1 pulse · Velocity 0.1 µm/s · Acc/Dec 0.1 µm/s² — 화면의 모든 수치가 이 단위계다</a:t>
            </a:r>
          </a:p>
        </p:txBody>
      </p:sp>
      <p:pic>
        <p:nvPicPr>
          <p:cNvPr id="5" name="Picture 4" descr="af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74519"/>
            <a:ext cx="3441098" cy="42976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0" y="1920240"/>
          <a:ext cx="7114032" cy="356616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327355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 항목 (Item#1)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 · 근거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 Time (ms)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72.5 mm ÷ 80 mm/s · 5절 FocusDelayMs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이동시간만큼 선행 지령 · 7절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Deadband / Filter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 / 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±5 mV(±1 µm) · IIR α 0.10 · 7절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Reference Voltage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4.391787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초점 기준 전압 refV 4.3918 V · 8절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Valid Min / Max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4.000 / 4.550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 — 밖은 기각 · 8절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Accel / Decel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m/s² = 200 M · 9절 표 9-2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 µm/ms — 리포트 운용값 150,000 과 다름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Home Offset #1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66,992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홈 복귀 오프셋 6.6992 mm · 리포트 미기재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0" y="5541264"/>
            <a:ext cx="7114032" cy="804672"/>
          </a:xfrm>
          <a:prstGeom prst="roundRect">
            <a:avLst>
              <a:gd name="adj" fmla="val 4000"/>
            </a:avLst>
          </a:prstGeom>
          <a:solidFill>
            <a:srgbClr val="FBEFEC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73168" y="5623560"/>
            <a:ext cx="67116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발표 전 확인 — Vel 화면값 100,000(10 µm/ms) 대 리포트 운용값 150,000(15 µm/ms)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Item#2 기준 전압 5.000 V · 유효 대역 3.200–3.500 V 는 초기값 그대로 — 2번 카메라 운용 전 확정 필요(10절)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</a:t>
            </a:r>
            <a:r>
              <a:rPr sz="2600" b="0" i="0">
                <a:solidFill>
                  <a:srgbClr val="002060"/>
                </a:solidFill>
                <a:latin typeface="맑은 고딕"/>
                <a:ea typeface="맑은 고딕"/>
              </a:rPr>
              <a:t>µ</a:t>
            </a:r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촬상 영역 = 본딩 모듈 열 바로 아래의 가로 띠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촬상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노란 모듈 상면 — 평탄부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모듈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1648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2687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파급 효과 및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선행 센서 1대와 상수 하나만 맞추면 전사 광학 검사 장비의 표준 초점 모듈이 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품질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단차 구간에서도 정상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초점 오차 1.01 µm — D.O.F. 3.5 µm 예산의 29 % 만 사용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측정점과 보정점이 분리되어 헌팅이 구조적으로 없다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는 유효 대역에서 기각, Z 는 직전 목표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생산성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증속 여유 912배를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 한계 10 µm/ms 대 실측 요구 0.011 µm/ms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제어 주기 500 µs · 38,007주기 초과 0 회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증속해도 다시 잡을 값은 72.5 mm ÷ v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04503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비용 · 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4503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엔코더 없이 개루프 구조 그대로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Z축 모터·드라이버 교체 없이 설정만 바꿨다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µm/ms(23배)는 타이밍 정확도로 얻은 값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선행 거리와 속도만 맞추면 타 장비에 그대로 이식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87952"/>
            <a:ext cx="10908792" cy="384048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확장 가능성 — 스캔 속도를 바꿔도 다시 잡을 값은 지연 상수 72.5 mm ÷ v 하나뿐이다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8680" y="4645152"/>
          <a:ext cx="10908791" cy="129844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1325880"/>
                <a:gridCol w="1920240"/>
                <a:gridCol w="1737360"/>
                <a:gridCol w="208483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스캔 속도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상수 72.5 ÷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추종 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초점 오차 / D.O.F.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카메라 라인 레이트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1회 스캔 200 mm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 mm/s  (현재)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240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2.50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 mm/s  (+50 %)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604.17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360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1.67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160 mm/s  (2배)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453.13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456배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480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1.25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998464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추종 여유 = 10 µm/ms ÷ (0.137 µm/mm × v) · 초점 오차 = 데드밴드 1.00 µm + 양자화 0.25 ms × 변화율 — 데드밴드가 지배하므로 속도를 올려도 예산 사용률은 29 % 로 거의 그대로다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증속의 실제 한계는 초점계가 아니라 카메라 라인 레이트와 조명 광량이다 · 10절 권고인 데드밴드 SKIP 을 적용하면 추종 한계가 14 µm/ms 로 올라가 여유가 한 단계 더 생긴다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