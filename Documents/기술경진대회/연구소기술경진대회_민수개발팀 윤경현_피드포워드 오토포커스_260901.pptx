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1700784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08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4447" y="1938528"/>
            <a:ext cx="21945" cy="82296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1234440" y="3931920"/>
            <a:ext cx="2788920" cy="310896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68496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연속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