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0.85–1.32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74519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011680"/>
            <a:ext cx="2514600" cy="91440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084831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7" name="Left-Right Arrow 6"/>
          <p:cNvSpPr/>
          <p:nvPr/>
        </p:nvSpPr>
        <p:spPr>
          <a:xfrm>
            <a:off x="4526280" y="24871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218688"/>
            <a:ext cx="9646920" cy="566928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26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6276" y="2926080"/>
            <a:ext cx="20116" cy="301752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1234440" y="3931920"/>
            <a:ext cx="2788920" cy="31089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스캔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9684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X축 80 mm/s (연속 이동)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517136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468112"/>
            <a:ext cx="5349240" cy="859536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5614416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907024"/>
            <a:ext cx="4892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사각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93392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1122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86584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80944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9981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374136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968496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408736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361688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사각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956048"/>
            <a:ext cx="3593592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5074920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349240"/>
            <a:ext cx="319125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자재 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µs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97296"/>
            <a:ext cx="6720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같은 값에서 만난다 — 구동 능력과 초점 정확도가 동시에 한계에 닿는 균형점이라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87044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 — 계산이 「정상 이미지 획득」이라는 현장 결과와 일치한다.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70832"/>
            <a:ext cx="4233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 ·  순시 p99 1.879 µm/ms 는 센서 노이즈 — 지배 상한 대비 순시 여유 5배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1704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2743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권고 조치와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현 요구는 이미 충족한다 — 아래는 장애 복구가 아니라 여유 확보가 목적이다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A. 측정으로 결정할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코드 수정이 아니라 검증 테스트로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정지 상태 전압 노이즈(p-p) 실측 하나로 데드밴드·필터를 동시에 판단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노이즈가 ±1 µm(±5 mV)보다 작으면 데드밴드 SKIP 이 유리 — 예산 1.00 µm 회수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필터는 군지연이 보상되어 정상상태 기여 0 — 근거는 노이즈와 계단 응답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은 유지 — SKIP 시 Δt 1.09 ms, 추종 한계 2.3 µm/ms 로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73952" y="1938528"/>
            <a:ext cx="5212080" cy="2999232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121408"/>
            <a:ext cx="4709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B. 10 µm/ms 를 사양화할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9984" y="2468880"/>
            <a:ext cx="4709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여유가 정확히 0 인 균형점이라 둘 중 하나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2798064"/>
            <a:ext cx="4709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① 데드밴드 SKIP — 비용 없이 1 µm 회수해 14 µm/ms (우선 권고)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② 제어 주기 250 µs — 가속도 400 M 동반 필요 (작업시간 211 µs = 84 %)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계단 전이가 문제되면 대칭(zero-phase) 필터 — 추가 지연 비용 없음</a:t>
            </a:r>
          </a:p>
          <a:p>
            <a:pPr algn="l" marL="175260" indent="-175260">
              <a:lnSpc>
                <a:spcPct val="120000"/>
              </a:lnSpc>
              <a:spcAft>
                <a:spcPts val="8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Setting.ini [ITEM2] 미반영 — 2번 카메라 운용 시 함께 맞출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Z축 실위치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엔코더 되먹임이 없어 AxmStatusGetActPos 는 0.000. Confocal 기준 또는 외부 계측기 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미확보 — 초기 오프셋 분포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패널 간 초기 높이 편차. 10장 정도의 초기 거리값 기록으로 확인된다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59" y="5065776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5212080"/>
            <a:ext cx="2935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확장 — 스캔 속도 증속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5486400"/>
            <a:ext cx="29352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지연 상수 72.5 mm ÷ v 재계산. 120 mm/s → 604 ms · 추종 사양 동시 갱신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08192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스캔 속도와 선행 거리만 바꾸면 동일 설계를 타 검사 장비에 그대로 이식할 수 있다 — 전사 광학 검사 장비의 표준 초점 모듈로 확장 가능하다.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