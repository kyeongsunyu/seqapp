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21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005840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97296"/>
            <a:ext cx="6720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같은 값에서 만난다 — 구동 능력과 초점 정확도가 동시에 한계에 닿는 균형점이라 어느 한쪽만 올려서는 전체가 오르지 않는다.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 — 계산이 「정상 이미지 획득」이라는 현장 결과와 일치한다.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· 삼각 프로파일 · 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2971800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410712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395020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389120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65776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70832"/>
            <a:ext cx="4233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 ·  순시 p99 1.879 µm/ms 는 센서 노이즈 — 지배 상한 대비 순시 여유 5배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모션 지령 결과 — 정반대의 두 실패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수락 여부를 가르는 것은 부하나 통신이 아니라 그 주기의 이동 거리 하나다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4151   IN_NONMOTION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322건 · 69.4 %</a:t>
            </a:r>
          </a:p>
        </p:txBody>
      </p:sp>
      <p:sp>
        <p:nvSpPr>
          <p:cNvPr id="9" name="Rectangle 8"/>
          <p:cNvSpPr/>
          <p:nvPr/>
        </p:nvSpPr>
        <p:spPr>
          <a:xfrm>
            <a:off x="110642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0.380 pulse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0.087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0642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명령이 도착했을 때 이미 멈춰 있었다 (가속 중으로 읽힘 97.8 %)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06424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빨라서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1772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1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수락   Override 성공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36건 · 7.8 %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5546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5.592 pulse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5546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0.334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5546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아직 가속 중이라 진로를 바꿀 여유가 남아 있는 좁은 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59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66759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4168   CACULATION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106건 · 22.8 %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04503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29.022 pulse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04503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0.762 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04503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4503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이미 계산된 감속 곡선을 남은 거리로 다시 짤 수 없었다 (감속 중 89.6 %)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04503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커서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138928"/>
            <a:ext cx="109087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AxmMoveStartPos(축 정지 중) 5,224건은 전량 수락 — 전체 5,688건 중 수락 92.5 %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초점 오차로는 이어지지 않는다. 지령이 절대위치이므로 거부된 값은 누적되지 않고 다음 수락 지령이 올바른 좌표로 데려간다. 실측 회복 지연 p50 0 ms · p95 2 ms · 최대 8 ms, 그동안 목표가 낡는 양은 p95 1.30 µm(D.O.F. 예산의 37 %)로 최대치에서만 초과한다.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