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23" r:id="rId32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사축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사축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(라인 피치 0.35 µm 확정 · 정상 획득 이미지 3,200 × 600,000 px · 8-bit · 1.8 GB)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0.35 µm/라인  ·  라인 레이트 228.6 kHz  ·  1회 스캔 2.5 s  ·  초점 갱신 간격 114 라인(X축 40 µm)  ·  선행 구간 207,100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441098" cy="42976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920240"/>
          <a:ext cx="7114032" cy="356616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 · 5절 FocusDelayMs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 · 9절 표 9-2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 µm/ms — 리포트 운용값 150,000 과 다름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0" y="5541264"/>
            <a:ext cx="7114032" cy="804672"/>
          </a:xfrm>
          <a:prstGeom prst="roundRect">
            <a:avLst>
              <a:gd name="adj" fmla="val 4000"/>
            </a:avLst>
          </a:prstGeom>
          <a:solidFill>
            <a:srgbClr val="FBEFEC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5623560"/>
            <a:ext cx="6711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발표 전 확인 — Vel 화면값 100,000(10 µm/ms) 대 리포트 운용값 150,000(15 µm/ms)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Item#2 기준 전압 5.000 V · 유효 대역 3.200–3.500 V 는 초기값 그대로 — 2번 카메라 운용 전 확정 필요(10절)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촬상 영역 = 본딩 모듈 열 바로 아래의 가로 띠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촬상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TAB-패널 부착부 평탄 정도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TAB-TAB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228.6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342.9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457.1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