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 ms = 1.85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Z축 이동 0.85 ms = 35 pulse · 구 설정 Vel 70,000 · Accel 200 M 사다리꼴 (t = v/a + d/v = 0.35 + 0.50) · 1.85 ms 를 보수적으로 2 ms 로 올려 잡았다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1234440" y="3931920"/>
            <a:ext cx="2788920" cy="31089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스캔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9684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X축 80 mm/s (연속 이동)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사각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93392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1122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86584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80944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9981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374136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968496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408736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361688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사각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956048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5074920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349240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자재 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687568"/>
            <a:ext cx="6720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향상 배수 10.00 ÷ 0.43 = 23배 — 축을 바꾼 것이 아니라 타이밍 오차를 줄여 얻은 값이다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87568"/>
            <a:ext cx="10817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정착 시간 3τ = 14.2 ms · τ = −T ÷ ln(1−α) = −0.5 ms ÷ ln 0.9 = 4.746 ms (α = 0.10, T = 0.5 ms)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34256"/>
            <a:ext cx="423367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· 순시 p99 1.879 µm/ms 는 센서 노이즈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여유 = 각 상한 ÷ 추종 대상 0.01097 µm/ms (평탄부 2→5 : +17.8 µm / 1,626 ms) → 10 ÷ 0.01097 = 912배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