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005840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97296"/>
            <a:ext cx="6720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같은 값에서 만난다 — 구동 능력과 초점 정확도가 동시에 한계에 닿는 균형점이라 어느 한쪽만 올려서는 전체가 오르지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303580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39696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505456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852928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채택하지 않고 직전 유효 목표를 재저장 — 지연 큐의 시간축은 그대로 유지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급정지가 아니라 마지막 유효 목표 유지 — 단차가 끝나는 즉시 추종 재개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303580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39696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505456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852928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미적용 시 초기 오프셋 100 µm 기준 패널 앞 0.59 mm 가 초점을 벗어난다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트리거 시점 카메라는 72.5 mm 뒤 — Z 이동 7.4 ms 의 122배 여유를 그대로 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0235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자재 단차보다 좁게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13248"/>
            <a:ext cx="3337560" cy="87782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5559552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실측 신호 전 범위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5797296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1.243 – 1.413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6035040"/>
            <a:ext cx="29352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폭 170 µm · 정상 표면 + 자재 단차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413248"/>
            <a:ext cx="3337560" cy="87782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8" y="5559552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정상 표면대 (추정)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5797296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약 1.37 – 1.41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8888" y="6035040"/>
            <a:ext cx="29352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폭 약 40 µm · 추종 대상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5413248"/>
            <a:ext cx="3337560" cy="87782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67928" y="5559552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자재 단차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5797296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100 – 160 µm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67928" y="6035040"/>
            <a:ext cx="29352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의 30–45배 · 대역 밖으로 기각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· 삼각 프로파일 · 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2971800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410712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395020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389120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65776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모션 지령 결과 — 정반대의 두 실패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수락 여부를 가르는 것은 부하나 통신이 아니라 그 주기의 이동 거리 하나다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4151   IN_NONMOTION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322건 · 69.4 %</a:t>
            </a:r>
          </a:p>
        </p:txBody>
      </p:sp>
      <p:sp>
        <p:nvSpPr>
          <p:cNvPr id="9" name="Rectangle 8"/>
          <p:cNvSpPr/>
          <p:nvPr/>
        </p:nvSpPr>
        <p:spPr>
          <a:xfrm>
            <a:off x="110642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0.380 pulse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0.087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0642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명령이 도착했을 때 이미 멈춰 있었다 (가속 중으로 읽힘 97.8 %)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6424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C03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빨라서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17720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1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수락   Override 성공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36건 · 7.8 %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5464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5.592 pulse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55464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5464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0.334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55464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아직 가속 중이라 진로를 바꿀 여유가 남아 있는 좁은 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1938528"/>
            <a:ext cx="3337560" cy="301752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66759" y="1938528"/>
            <a:ext cx="3337560" cy="566928"/>
          </a:xfrm>
          <a:prstGeom prst="roundRect">
            <a:avLst>
              <a:gd name="adj" fmla="val 3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거부 4168   CACULATION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건수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3" y="26700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106건 · 22.8 %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04503" y="29626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이동량 p50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4503" y="31272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29.022 pulse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04503" y="34198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소요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503" y="3584448"/>
            <a:ext cx="28620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0.762 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04503" y="3877056"/>
            <a:ext cx="286207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04503" y="4078224"/>
            <a:ext cx="286207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이미 계산된 감속 곡선을 남은 거리로 다시 짤 수 없었다 (감속 중 89.6 %)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04503" y="4590288"/>
            <a:ext cx="1325880" cy="310896"/>
          </a:xfrm>
          <a:prstGeom prst="roundRect">
            <a:avLst>
              <a:gd name="adj" fmla="val 10000"/>
            </a:avLst>
          </a:prstGeom>
          <a:solidFill>
            <a:srgbClr val="E04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너무 커서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138928"/>
            <a:ext cx="1090879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AxmMoveStartPos(축 정지 중) 5,224건은 전량 수락 — 전체 5,688건 중 수락 92.5 %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초점 오차로는 이어지지 않는다. 지령이 절대위치이므로 거부된 값은 누적되지 않고 다음 수락 지령이 올바른 좌표로 데려간다. 실측 회복 지연 p50 0 ms · p95 2 ms · 최대 8 ms, 그동안 목표가 낡는 양은 p95 1.30 µm(D.O.F. 예산의 37 %)로 최대치에서만 초과한다.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