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0.85–1.32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0702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1234440" y="3931920"/>
            <a:ext cx="2788920" cy="31089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스캔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9684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X축 80 mm/s (연속 이동)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사각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93392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1122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86584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80944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9981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374136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968496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408736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361688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사각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956048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5074920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349240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자재 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005840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97296"/>
            <a:ext cx="6720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같은 값에서 만난다 — 구동 능력과 초점 정확도가 동시에 한계에 닿는 균형점이라 어느 한쪽만 올려서는 전체가 오르지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87044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 — 계산이 「정상 이미지 획득」이라는 현장 결과와 일치한다.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· 삼각 프로파일 · 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2971800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09981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09981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410712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395020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07822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07822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389120"/>
            <a:ext cx="307238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65776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76072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70832"/>
            <a:ext cx="4233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 ·  순시 p99 1.879 µm/ms 는 센서 노이즈 — 지배 상한 대비 순시 여유 5배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